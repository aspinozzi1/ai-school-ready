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staff leave with a tool, not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 the four parts out loud with the room: role (teacher), task (45-min intro lesson), context (mastered notation, confuse numerator/denominator), format (table with timings, named components).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missing context (grade? focus?). B missing format (what should "help" look like?). C missing task entirely (a topic, not a request). D has all four.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Draft a 45-minute introductory lesson on equivalent fractions for a class that has mastered basic fraction notation but confuses numerator and denominator when simplifying. Include a 5-minute warm-up, a hands-on activity using paper folding, and a 3-question exit check. Format as a table with timings.”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2026-08-08T11:56:52Z</dcterms:created>
  <dcterms:modified xsi:type="dcterms:W3CDTF">2026-08-08T11:56:52Z</dcterms:modified>
</cp:coreProperties>
</file>