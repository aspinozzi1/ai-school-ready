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four stops this hour: the anatomy of a prompt that works, live makeovers of real prompts, learning to iterate instead of settling, and a lab where you build a reusable prompt for a task you do every week. The promise line matters: staff leave with a tool, not notes.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honestly: even a well-iterated, careful prompt can produce a confident factual error that only subject expertise catches. Expertise is the safety net; never lend yours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watch the same request go from beige to usable on our example teacher's screen. Ms. Rivera appears in every kit; she's a composite, not a real teacher, and her screen is the thing to mimic in the lab. Count the four color-coded parts out loud: role in teal, task in navy, context in amber, format in green.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answer line at the bottom.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school prompt library, on the member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authors’ shared take from the script: voice matters most in personal communication with parents and students; academic language has its place, but empathetic personal messages should be in the teacher’s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script’s worked example under slide 19 is a real reusable prompt from a working carpentry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 Then read the real carpentry CNC table-leg prompt from the script as the worked example (three stacked roles, one task, SVG-for-CNC format).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school prompt library on the member site.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gap: same tools as the weekly savers. The skill is what differs.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16" name="Text 13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9" name="Text 16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lesson learned: vague in, beige out. The model only has what she gives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leave owning one reusable prompt for a weekly task.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pre-flight: would a colleague with zero context get it?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formula, from now on: Role, Task, Context, Format.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expectation, calibrated: structure buys measurably better output.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16" name="Text 13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caveat, permanent: no prompt turns off hallucination. She still verifies.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  </a:t>
            </a:r>
            <a:pPr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783080"/>
            <a:ext cx="10972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78308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190195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190195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62456" y="190195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83080" y="17830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554480" y="2377440"/>
            <a:ext cx="9646920" cy="2148840"/>
          </a:xfrm>
          <a:prstGeom prst="roundRect">
            <a:avLst>
              <a:gd name="adj" fmla="val 510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83080" y="2514600"/>
            <a:ext cx="9189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45-minute introductory lesson on equivalent fractions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class that has mastered basic fraction notation but confuses numerator and denominator when simplifying. Include a 5-minute warm-up, a hands-on activity using paper folding, and a 3-question exit check.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as a table with timings.”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55448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AI: drafting the table…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note-home prompt: the situation, never the child. Kit 1 rides along.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leveling spec: grade level, keep key ideas, sentence limits, vocab box.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spice rack: constraints, audience, an example, 'ask me questions first.'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diagnosis eye: when output disappoints, context is usually missing.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26" name="Shape 23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8" name="Shape 25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640080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Answers: A missing context (grade? focus?) · B missing format (what should "help" look like?) · C missing the task itself · D has all four parts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template: blanks for topic, grade, count, format. Twenty seconds to reuse.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 prompt library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iteration rounds, in order: content, then voice, then details.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judgment call: 80% right, iterate. Wrong thing entirely, fresh prompt.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voice check: read it aloud; if it isn't her, she says 'warmer' or 'blunter.'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pick: the Friday newsletter. Weekly task, real payoff.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her screen: the four-part draft, run once, read like an editor.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three rounds, live: fixed content, warmed the voice, tightened details.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7" name="Text 24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template, saved to the school prompt library: title, subject, grades.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the final template to the school prompt library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it a title and pick subject and grades; your name rides along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before and after, read aloud: the delta is the lesson.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library: one entry today. It compounds from here.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one-slide system: formula, colleague test, three rounds, template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prompt library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limits list: can't check facts, know her kids, or pick what matters.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new norm: working prompts go in the school library. Nobody solves twice.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prompt library.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next kit: the formula starts differentiating for her whole roster.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run the template for real, one colleague test, one post.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to the prompt library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a title,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one technique taken, one task still wanted.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2026-08-11T20:09:12Z</dcterms:created>
  <dcterms:modified xsi:type="dcterms:W3CDTF">2026-08-11T20:09:12Z</dcterms:modified>
</cp:coreProperties>
</file>