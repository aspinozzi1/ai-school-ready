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school prompt library, on the member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save it to the school prompt library with a title, subject, and grades; your name rides along. It asks you to confirm there are no student names in it, which is Kit 1's rule still with us. The next slide is her saved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saved under her name. The four colors survive the swap, which is the point: the structure is the reusable part. Project the school prompt library on the member site;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“just ask” gets beige answers</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Researchers testing structured, principled prompts against casual ones measured response-quality improvements of more than half on the strongest models. (Bsharat et al., 2024, preprint)</a:t>
            </a:r>
            <a:endParaRPr lang="en-US" sz="16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prompts can’t fix</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school prompt library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blanks go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it. Save it. Share it.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Save the final template to the school prompt library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Give it a title and pick subject and grades; your name rides along</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Saved to the school prompt library: “Weekly review questions” · Math · Grades 3–5 · Ms. Rivera</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went from asking to owning</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prompt library</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school library.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prompt library.</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Save to the prompt library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a title,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2026-08-14T17:20:17Z</dcterms:created>
  <dcterms:modified xsi:type="dcterms:W3CDTF">2026-08-14T17:20:17Z</dcterms:modified>
</cp:coreProperties>
</file>