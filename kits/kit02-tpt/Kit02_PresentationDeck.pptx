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staff prompt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paste the final version into the staff prompt doc with your name and a one-line note about what it is for. Confirm there are no student names in it, which is Kit 1's rule still with us. The next slide is her entry in the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pasted under her name. The four colors survive the swap, which is the point: the structure is the reusable part. Project the staff prompt doc;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school membership at ai-readyschool.com, 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staff prompt doc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doc entry goes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Paste the final template into the staff prompt doc</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Add your name and one line: what it’s for</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In the staff doc: Ms. Rivera · “weekly review questions, any topic”</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staff doc</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staff doc.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staff doc.</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your name,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2026-08-15T13:39:33Z</dcterms:created>
  <dcterms:modified xsi:type="dcterms:W3CDTF">2026-08-15T13:39:33Z</dcterms:modified>
</cp:coreProperties>
</file>