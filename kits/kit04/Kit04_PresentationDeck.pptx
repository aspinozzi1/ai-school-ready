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grading-night story, sixty seconds on it lands here: what the stack was, how long it took, what it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real materials for a real assessment,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personal beat fits here if you have one: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chose to share the founders’ note, their personal line on AI and assessment lands well here. Your own line lands even better; staff trust red lines more when the presenter shows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If you grade with a rubric of your own, show it here; one real rubric from a real room tells the lab what "done"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effect size of feedback,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among the most powerful influences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achievement (Hattie &amp; Timperley)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AI-using teachers used AI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writing assessments in 2023–24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(RAND, 2025)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LLM-drafted questions rated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topic-relevant by teachers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(Elkins et al., 2023)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53796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usefulness rating,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teacher vetting integral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weak question dies by your hand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dead weak question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2026-08-08T11:56:54Z</dcterms:created>
  <dcterms:modified xsi:type="dcterms:W3CDTF">2026-08-08T11:56:54Z</dcterms:modified>
</cp:coreProperties>
</file>