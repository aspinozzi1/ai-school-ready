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Open with the bright line: AI never grades your students. It drafts materials; the teacher makes every call about every kid.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your own grading-night story, sixty seconds on it lands here: what the stack was, how long it took, what it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Hattie &amp; Timperley: 0.79 average, roughly double the typical intervention, but impact swings widely with feedback type and delivery. RAND: assessment writing is the least-tapped use among AI-using teachers. That gap is why this hour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real materials for a real assessment, built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most solid findings in education research. Frame the workload catch honestly: good formative practice multiplies the materials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"if students can read it" clause sets up the hand-it-to-a-student test on slide 10. Writing a readable rubric takes real time: materials problem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is professional judgment, not a citation; say so if asked. The misconception-distractor idea returns in workshop 2 and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minute AI saves on drafting can move to judgment. This is the frame for all three workshops.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messy grading notes are the context; that is Kit 2’s formula doing assessment work. The "ask me up to three questions" line is the escape hatch from Kit 2’s spice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 research only pays off if students can read the thing. This test is the voice round of Kit 2’s iteration system, aimed at rubrics.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special ingredient is the misconception: you know what your students mix up, the model doesn’t until you say so. Feed it the confusion and the distractors start doing diagnostic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lab, everyone will catch and fix or delete at least one weak question by hand, on purpose. That rep is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"doesn’t the no-difference finding mean AI could just do it?": the meta-analysis measured pooled learning outcomes, not trust or relationships, and the red line hangs on responsibility for students, which isn’t delegable.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personal beat fits here if you have one: a piece of feedback that only worked because you knew the kid and what they were attempting.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here; this is the one slide nobody may leave without. If a parent asks "is AI grading my kid?", everyone in the room can now say no, and say what we do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comment you need is about the pattern anyway, which is why describing usually works as well as pasting. This rule gets policed gently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chose to share the founders’ note, their personal line on AI and assessment lands well here. Your own line lands even better; staff trust red lines more when the presenter shows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If you grade with a rubric of your own, show it here; one real rubric from a real room tells the lab what "done"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rubrics are usually missing the teacher’s notes; nudge with "what do you actually look for when you grade this? Type that."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six questions instead of ten. Listen for the misconception sentences; they’re the best writing that happens all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 is a requirement, not a suggestion: it installs the habit that makes the whole workflow safe. Celebrate every catch audibly.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starts pasting a student’s work, redirect gently: describe the pattern instead; excerpts only if fully anonymous by Kit 1’s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every catch; that’s the habit we’re building. Keep each voice to a minute. 45-min cut: two voices.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materials plus the vetting habit, not speed for its own sake.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doc’s new Assessment section; watching entries appear live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5 hrs/week is Merrimack/EdWeek 2022. Keep the framing honest: no promised hour counts, just the drafting share moving to a faster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4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Assessment: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Rubrics, Feedback, and Question Banks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rubric and a question bank for a real upcoming assessment.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TEACHERS ACTUALLY SPEND THE WEEK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grading mountain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than half spent teaching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(Merrimack College/EdWeek, 2022)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hrs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weekly time 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grading and feedback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doesn’t grade for you. It makes the materials around grading fast to build.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LEVERAGE, BARELY TOUCHED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powerful lever, the least-tapped use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POWER OF FEEDBACK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0.79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average “effect size” on student achievement: roughly double the impact of the typical educational intervention. (Hattie &amp; Timperley, 2007)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TEACHERS TAP IT WITH AI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≤15%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who already used AI in 2023–24, 15% or fewer used it for writing assessments: the least-tapped use, sitting under the highest-leverage work. (RAND, 2025)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power varies with how it’s given. That skill is yours; the drafting is delegable.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assessment materials work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workshops: rubrics, questions, feedback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lines, in writing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for a real upcoming assessment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a rubric and a question bank for an assessment already on your calendar. Not samples.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works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 studies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Black &amp; Wiliam’s “Inside the Black Box”: checking understanding as you go, and adapting, raises achievement.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114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catch for your workload: day-by-day checks need more questions, more often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is partly a materials problem, and drafting materials is what AI is fast at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TWO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 aren’t paperwork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 meta-analysis (Panadero et al.): rubric use has a positive, moderate effect on performance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finding for self-regulated learning and self-efficacy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students can see the target, they aim at it, and start coaching themselves toward 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rubric quietly does some of your teaching for you, if students can read it.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THREE · PROFESSIONAL JUDGMENT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quality beats question quantity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sharp question does diagnostic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distractor built from a real misconception tells you exactly who holds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sharp questions beat twenty fillers; we settle for filler because writing sharp is slow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Drafting speed is what makes quality affordable.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WORKING AGREEMENT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division of labor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fast at…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work: rubric descriptors, question stems, distractors, feedback phrasing. Drafts in seconds.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are unreplaceable at…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judgment: what proficient means in your room, whether a question is fair to your kids, what this student needs to hear next.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drafts, the teacher decides. In assessment, those five words carry the most weight they’ll ever carry.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#1 · RUBRICS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a rubric for my essay assignment.”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7th grade ELA teacher. Turn my notes into a 4-level analytic rubric (Beginning · Developing · Proficient · Advanced) for a persuasive essay. Criteria: claim, evidence, organization, conventions. Write every descriptor in language a 7th grader can read, and make each level describe what the work does, not what it lacks. Format: a table with criteria down the side. Then ask me up to three questions about anything unclear in my notes.”  [paste your notes]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QUALITY BAR FOR EVERY RUBRIC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hand-it-to-a-student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descriptor aloud. Could a student tell you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what to do to move up one level?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“Demonstrates limited understanding” fails: no ten-year-old ever revised an essay off the word “limited.” When it fails, iterate: “Rewrite level 2 so a student knows exactly what moving to level 3 requires.”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#2 · QUESTION BANKS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 + misconception → bank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ten quiz questions about photosynthesis.”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Build a 10-question bank on photosynthesis for 7th graders who commonly confuse it with respiration. Mix: 6 multiple choice, 2 short answer, 2 extended response. In each multiple-choice question, make one distractor the respiration confusion. Include a full answer key, then explain in one line why each distractor is wrong. Label each question with the skill it checks.”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GOOD ARE THE DRAFTS? HONEST ANSWER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Good, and not good enough to skip you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7452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LLM-drafted questions rated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topic-relevant by teachers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(Elkins et al., 2023)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7452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 / 4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6537960" y="292608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usefulness rating,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teacher vetting integral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study)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numbers are why drafting works. The gap is why vetting isn’t optional. Every bank gets a vetting pass; every answer key gets checked.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#3 · FEEDBACK · BOTH HALVES OF THE EVIDENCE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evidence on AI feedback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humans win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Well-trained humans beat ChatGPT on nearly every dimension of feedback quality on student writing. (Steiss et al., 2024)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 look similar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41 studies (4,813 students), no statistically significant difference in learning between AI and human feedback. (Kaliisa et al., 2025)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true. AI feedback language is a floor and a fast draft. You are the ceiling.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WORKFLOW: DESCRIBE THE PATTERN, NOT THE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starters for common patterns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3736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“Here are the three most common patterns in my students’ persuasive essays: claims with no evidence, evidence with no explanation, conclusions that introduce new arguments. For each, draft a 2–3 sentence feedback comment: name something the writer did well, name the pattern plainly, give one concrete next step. Warm, specific, readable by a 7th grader. I’ll personalize every comment before a student sees it.”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109087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work needed at all: you already know your patterns by heart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you add the sentence only you can write, then you deliver it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WRITING, SO NOBODY GUESSES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91640" y="208483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never grades. No score or decision about a student ever comes from a machine.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324612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91640" y="313639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names, and no identifying student work, in public AI tools. Ever.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2976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91640" y="418795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reaches a student always passes through you. Your eyes, your edits, then delivery.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opinions about the technology. Promises about our students.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YOU’RE ALREADY FORMING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ever paste student work in?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 anonymous excerpt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identifying details, judged by Kit 1’s test: no names, no classmates, no teacher names, no story a neighbor could recognize.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unsure: describe the pattern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keep confusing X with Y.” “This writer repeats the claim instead of explaining the evidence.” Always safe, and it usually works as well.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in doubt: describe, don’t paste.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BUILD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honest limits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intent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sees the page. You saw the six weeks. Half of good feedback speaks to the attempt.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Goes generic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language drifts to fog. Fix: your assignment’s specifics, by name.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errors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 of AI-using teachers say AI improves their grading and feedback quality (Gallup, 2025). The ones it helps are the ones who verify.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improves the work of people who check it. It embarrasses the people who don’t.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assessment.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actually coming in the next month: a unit test, an essay, a project, a shop practical. Grab your notes on what good work looks like.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kind; we draft materials only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first, then questions, then feedback starters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one weak question dies by your hand before the lab ends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rubric, then iterate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rubric prompt with your grade, subject, criteria, and pasted notes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round: are these the right criteria? Is anything you actually grade for missing?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round: the hand-it-to-a-student test, on every descriptor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round: table format, level names, point values if you use them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45-min cut: run the voice round only; it’s the one that matters most.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10-question bank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assessment: 10 questions, mixed format, full answer key, distractor rationale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First, finish this sentence: “My students keep confusing X with Y.”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that sentence in the prompt and make the misconception a distractor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misconception is the one ingredient only you can supply.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STILL STEP 2 · 2 MINUTES · EVERYONE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vetting rep: find the weak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key checked against your own professional knowledge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distractor checked for accidental truth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 right? Exactly one fair answer per question?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Weakest question: fix it by hand, or delete it and write its replacement yourself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find it, say “got one” out loud. Drafts are cheap; vetting is sacred.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3–4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reusable feedback starters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your three most common student patterns for this kind of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pattern prompt: strength, pattern, next step, in plain student language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all three where you grade; paste your best one into the staff doc’s Assessment section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in real grading you’ll personalize every one before it reaches a kid.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Catches first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caught a weak question, and what was wrong with it? Those stories go first.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rubric descriptor that passes the hand-it-to-a-student test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feedback starter you’ll actually use this week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four-level rubric a student can read. A vetted question bank with a checked answer key. Three feedback starters for the comments you write most. One dead weak question as proof the reflex works.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set used to be a weekend. The judgment in it is all yours; only the typing got faster.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· PART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grows an Assessment section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prompt, question-bank prompt, starter prompt: templated, with blanks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ELA’s rubric template travels to science; the shop’s safety-quiz prompt travels to health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commitment as Kit 2: when a prompt works, it goes in the doc. Nobody solves the same problem twice.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are the compounding asset. The doc gets smarter every week you use it.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VISION, STATED CAREFULLY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hours a week on grading and feedback.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We’re not promising them all back. Grading still means reading real work and making real calls, and it should.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share of those hours was never judgment. It was drafting: the rubric at 9 p.m., the quiz typed from scratch, the same comment keyed forty times. That share moves to a machine that drafts and a teacher who decides.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what comes back on the part only you can do, or on your own life. Both are wins.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  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5, Academic Integrity. </a:t>
            </a:r>
            <a:pPr indent="0" marL="0">
              <a:buNone/>
            </a:pPr>
            <a:r>
              <a:rPr lang="en-US" sz="165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side of assessment: what honesty and original work look like when every student has these tools too. Your rubric from today comes along; clear success criteria are one of the best integrity tools we have.</a:t>
            </a:r>
            <a:endParaRPr lang="en-US" sz="16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the rubric to students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student-test pass, then out with the real assignment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vetting pass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question against the key; fix or delete; file the bank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starter for real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your next stack, personalized every time; post your best to the staff doc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you built for, and what you’ll actually use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weak question you caught, and what was wrong with it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assessment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Yes, we’re asking about the catch. It’s the answer we’re proudest of.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paper.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questions are paper.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a ten-year-old meant to say, and what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need to hear next: that was never paper. That’s you.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4: AI for Assessment: Rubrics, Feedback, and Question Banks</dc:title>
  <dc:subject>PptxGenJS Presentation</dc:subject>
  <dc:creator>Adam &amp; Katelyn Spinozzi</dc:creator>
  <cp:lastModifiedBy>Adam &amp; Katelyn Spinozzi</cp:lastModifiedBy>
  <cp:revision>1</cp:revision>
  <dcterms:created xsi:type="dcterms:W3CDTF">2026-08-08T12:56:34Z</dcterms:created>
  <dcterms:modified xsi:type="dcterms:W3CDTF">2026-08-08T12:56:34Z</dcterms:modified>
</cp:coreProperties>
</file>