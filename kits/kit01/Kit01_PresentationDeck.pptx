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everyone…".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tool: it can take the robotic parts of the job, never the human parts. FOUNDER STORY (Katelyn) lands after this slide; see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follow-up;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(2025), the GPT-4o literature-review test. This is called hallucination and it is a side effect of prediction, not a bug about to be fixed. If asked "why use it at all?": most classroom uses aren’t factual lookup;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charge.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hours/week,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on; the founder story on slide 25 will echo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first,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delete?":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slide; keep it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(name, family, academics, behavior)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prompt: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unsafe: no name, but "the student who just moved here from Ukraine" identifies a child; fix: "a student who recently arrived from another country and is learning English." D safe: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up: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LOCAL EXAMPLE (Adam): add an Option D from the shop, a real CTE prompt in your own words; see the script’s marked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warmly; it’s the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FOUNDER STORY (Adam: the shop, hands-on judgment) and YOUR TAKE (which risk worries you most) land here; see the script’s marked slots.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terms: 13+ minimum, under-18 parental permission. Park student-cheating debates here explicitly: "That’s Kit 5;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(2017):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 is Kit 2, Prompting Basics: consistently useful results instead of occasionally lucky ones. Certificate language is exactly "Certificate of Completion";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door;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staff,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(and isn’t)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NOW: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Rule: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lab: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today,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fluent: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wrong: it continues patterns instead of checking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fabricated.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errors,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week: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do,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students: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(that’s you)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Care: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list;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yes,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records,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effortless;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practice,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yourself: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#1: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#2: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diagnosis;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pro: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try: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good;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mediocre,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prompt: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71907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719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783080" y="15453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783080" y="1828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640080" y="28346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13639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136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783080" y="29626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783080" y="32461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42519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4553712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4553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783080" y="43799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783080" y="466344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levels.” Then paste any paragraph you already have.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back: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expected,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draft;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wrong, but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limits: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atrophies;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13+,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question,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5,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tools.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list.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paper;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thing: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time;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1: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2026-08-07T17:47:57Z</dcterms:created>
  <dcterms:modified xsi:type="dcterms:W3CDTF">2026-08-07T17:47:57Z</dcterms:modified>
</cp:coreProperties>
</file>