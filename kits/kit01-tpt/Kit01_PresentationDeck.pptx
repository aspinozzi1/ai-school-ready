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Progress tracking and the certificate run through an AI-Ready School membership (ai-readyschool.com).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 can’t do, at any price</a:t>
            </a:r>
            <a:endParaRPr lang="en-US" sz="28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rule barely costs you anything</a:t>
            </a:r>
            <a:endParaRPr lang="en-US" sz="28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useful prompt: pick one</a:t>
            </a:r>
            <a:endParaRPr lang="en-US" sz="28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Honest limits: the risks are real</a:t>
            </a:r>
            <a:endParaRPr lang="en-US" sz="28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 (school membership).</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2026-08-15T14:07:22Z</dcterms:created>
  <dcterms:modified xsi:type="dcterms:W3CDTF">2026-08-15T14:07:22Z</dcterms:modified>
</cp:coreProperties>
</file>